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8" r:id="rId5"/>
    <p:sldId id="258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CS439 Intro data science</a:t>
            </a:r>
            <a:br>
              <a:rPr lang="en-US" dirty="0" smtClean="0"/>
            </a:br>
            <a:r>
              <a:rPr lang="en-US" dirty="0" smtClean="0"/>
              <a:t>recitation 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TA: </a:t>
            </a:r>
            <a:r>
              <a:rPr lang="en-US" dirty="0" smtClean="0"/>
              <a:t>Wenyi Mo</a:t>
            </a: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90144"/>
            <a:ext cx="3067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Self Introduce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163322" y="1384427"/>
            <a:ext cx="9704832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TA</a:t>
            </a:r>
            <a:r>
              <a:rPr lang="en-US" sz="2400" dirty="0" smtClean="0"/>
              <a:t>:  Wenyi Mo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 smtClean="0"/>
              <a:t>Email</a:t>
            </a:r>
            <a:r>
              <a:rPr lang="en-US" sz="2400" dirty="0"/>
              <a:t>: </a:t>
            </a:r>
            <a:r>
              <a:rPr lang="en-US" altLang="en-US" sz="2400" dirty="0"/>
              <a:t>wm397@scarletmail.rutgers.edu</a:t>
            </a:r>
            <a:endParaRPr lang="en-US" altLang="en-US" sz="2400" dirty="0"/>
          </a:p>
          <a:p>
            <a:endParaRPr lang="en-US" sz="2400" dirty="0"/>
          </a:p>
          <a:p>
            <a:r>
              <a:rPr lang="en-US" sz="2400" b="1" dirty="0" smtClean="0"/>
              <a:t>Info:</a:t>
            </a:r>
            <a:endParaRPr lang="en-US" sz="2400" b="1" dirty="0" smtClean="0"/>
          </a:p>
          <a:p>
            <a:pPr marL="285750" indent="-285750">
              <a:buFontTx/>
              <a:buChar char="-"/>
            </a:pPr>
            <a:r>
              <a:rPr lang="en-US" sz="2400" dirty="0" smtClean="0"/>
              <a:t>Second-year PhD student</a:t>
            </a:r>
            <a:endParaRPr lang="en-US" sz="2400" dirty="0" smtClean="0"/>
          </a:p>
          <a:p>
            <a:pPr marL="285750" indent="-285750">
              <a:buFontTx/>
              <a:buChar char="-"/>
            </a:pPr>
            <a:r>
              <a:rPr lang="en-US" sz="2400" dirty="0" smtClean="0"/>
              <a:t>Research topic: Reinforcement Learning at CBIM group</a:t>
            </a:r>
            <a:endParaRPr lang="en-US" sz="2400" dirty="0" smtClean="0"/>
          </a:p>
          <a:p>
            <a:pPr marL="285750" indent="-285750">
              <a:buFontTx/>
              <a:buChar char="-"/>
            </a:pPr>
            <a:r>
              <a:rPr lang="en-US" sz="2400" dirty="0" smtClean="0"/>
              <a:t>Language: Python </a:t>
            </a:r>
            <a:endParaRPr lang="en-US" sz="2400" dirty="0" smtClean="0"/>
          </a:p>
          <a:p>
            <a:pPr marL="285750" indent="-285750">
              <a:buFontTx/>
              <a:buChar char="-"/>
            </a:pPr>
            <a:endParaRPr lang="en-US" sz="2400" dirty="0" smtClean="0"/>
          </a:p>
          <a:p>
            <a:pPr indent="0">
              <a:buFontTx/>
              <a:buNone/>
            </a:pPr>
            <a:endParaRPr lang="en-US" sz="2400" dirty="0" smtClean="0"/>
          </a:p>
          <a:p>
            <a:r>
              <a:rPr lang="en-US" sz="2400" b="1" dirty="0" smtClean="0"/>
              <a:t>Office Hour: </a:t>
            </a:r>
            <a:r>
              <a:rPr lang="en-US" sz="2400" dirty="0" smtClean="0"/>
              <a:t>Monday 10:00 AM –11:00 AM</a:t>
            </a:r>
            <a:endParaRPr lang="en-US" sz="2400" dirty="0" smtClean="0"/>
          </a:p>
          <a:p>
            <a:endParaRPr lang="en-US" altLang="en-US" sz="2400" dirty="0" smtClean="0"/>
          </a:p>
        </p:txBody>
      </p:sp>
      <p:pic>
        <p:nvPicPr>
          <p:cNvPr id="2" name="Picture 1" descr="7269aabb9e4b5052da6bb4eda2d369e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915" y="838200"/>
            <a:ext cx="3530600" cy="4710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65150" y="668338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sz="4000" dirty="0"/>
              <a:t>Take attendance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90144"/>
            <a:ext cx="34099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Setup Python 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316230" y="2390140"/>
            <a:ext cx="41421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 quick introduction of </a:t>
            </a:r>
            <a:r>
              <a:rPr lang="en-US" dirty="0" smtClean="0"/>
              <a:t>Python</a:t>
            </a:r>
            <a:endParaRPr lang="en-US" dirty="0" smtClean="0"/>
          </a:p>
          <a:p>
            <a:pPr marL="285750" lvl="0" indent="-285750">
              <a:buFontTx/>
              <a:buChar char="-"/>
            </a:pPr>
            <a:r>
              <a:rPr lang="en-US" dirty="0" err="1" smtClean="0"/>
              <a:t>Keypoint</a:t>
            </a:r>
            <a:r>
              <a:rPr lang="en-US" dirty="0" smtClean="0"/>
              <a:t>: interpreted language, easy-to-use</a:t>
            </a:r>
            <a:endParaRPr lang="en-US" dirty="0" smtClean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590" y="641350"/>
            <a:ext cx="8286750" cy="5982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90144"/>
            <a:ext cx="9942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Setup </a:t>
            </a:r>
            <a:r>
              <a:rPr lang="en-US" sz="4000" dirty="0"/>
              <a:t>Python </a:t>
            </a:r>
            <a:r>
              <a:rPr lang="en-US" sz="4000" dirty="0" smtClean="0"/>
              <a:t>libraries (e.g. </a:t>
            </a:r>
            <a:r>
              <a:rPr lang="en-US" sz="4000" dirty="0" err="1" smtClean="0"/>
              <a:t>Numpy</a:t>
            </a:r>
            <a:r>
              <a:rPr lang="en-US" sz="4000" dirty="0" smtClean="0"/>
              <a:t>, </a:t>
            </a:r>
            <a:r>
              <a:rPr lang="en-US" sz="4000" dirty="0" err="1" smtClean="0"/>
              <a:t>matplotlib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1353312" y="1780032"/>
            <a:ext cx="97048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Installation:</a:t>
            </a:r>
            <a:endParaRPr lang="en-US" sz="2800" dirty="0" smtClean="0"/>
          </a:p>
          <a:p>
            <a:pPr marL="457200" indent="-457200">
              <a:buFontTx/>
              <a:buChar char="-"/>
            </a:pPr>
            <a:r>
              <a:rPr lang="en-US" sz="2000" dirty="0" smtClean="0"/>
              <a:t>Installation using </a:t>
            </a:r>
            <a:r>
              <a:rPr lang="en-US" sz="2000" dirty="0" err="1" smtClean="0"/>
              <a:t>conda</a:t>
            </a:r>
            <a:r>
              <a:rPr lang="en-US" sz="2000" dirty="0" smtClean="0"/>
              <a:t>, or pip</a:t>
            </a:r>
            <a:endParaRPr lang="en-US" sz="2000" dirty="0" smtClean="0"/>
          </a:p>
          <a:p>
            <a:pPr marL="457200" indent="-457200">
              <a:buFontTx/>
              <a:buChar char="-"/>
            </a:pPr>
            <a:r>
              <a:rPr lang="en-US" sz="2000" dirty="0" smtClean="0"/>
              <a:t>Show how to use the installed libraries</a:t>
            </a: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800" dirty="0" smtClean="0"/>
          </a:p>
          <a:p>
            <a:pPr marL="457200" indent="-457200">
              <a:buFontTx/>
              <a:buChar char="-"/>
            </a:pP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800" dirty="0" smtClean="0"/>
          </a:p>
          <a:p>
            <a:pPr marL="457200" indent="-457200">
              <a:buFontTx/>
              <a:buChar char="-"/>
            </a:pPr>
            <a:endParaRPr lang="en-US" sz="2800" dirty="0" smtClean="0"/>
          </a:p>
          <a:p>
            <a:endParaRPr lang="en-US" sz="28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90144"/>
            <a:ext cx="49565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Introduction to </a:t>
            </a:r>
            <a:r>
              <a:rPr lang="en-US" sz="4000" dirty="0" err="1" smtClean="0"/>
              <a:t>Numpy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1353312" y="1780032"/>
            <a:ext cx="970483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000" dirty="0" smtClean="0"/>
          </a:p>
          <a:p>
            <a:pPr marL="457200" indent="-457200">
              <a:buFontTx/>
              <a:buChar char="-"/>
            </a:pPr>
            <a:endParaRPr lang="en-US" sz="2800" dirty="0" smtClean="0"/>
          </a:p>
          <a:p>
            <a:pPr marL="457200" indent="-457200">
              <a:buFontTx/>
              <a:buChar char="-"/>
            </a:pPr>
            <a:endParaRPr lang="en-US" sz="2800" dirty="0" smtClean="0"/>
          </a:p>
          <a:p>
            <a:endParaRPr lang="en-US" sz="28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90144"/>
            <a:ext cx="55999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Introduction to </a:t>
            </a:r>
            <a:r>
              <a:rPr lang="en-US" sz="4000" dirty="0" err="1" smtClean="0"/>
              <a:t>matplotlib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862829" y="2294826"/>
            <a:ext cx="20217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Q &amp; A</a:t>
            </a:r>
            <a:endParaRPr lang="en-US" sz="6000" dirty="0"/>
          </a:p>
        </p:txBody>
      </p:sp>
      <p:sp>
        <p:nvSpPr>
          <p:cNvPr id="2" name="Text Box 1"/>
          <p:cNvSpPr txBox="1"/>
          <p:nvPr/>
        </p:nvSpPr>
        <p:spPr>
          <a:xfrm>
            <a:off x="3977640" y="43656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 dirty="0" smtClean="0">
                <a:sym typeface="+mn-ea"/>
              </a:rPr>
              <a:t>Email</a:t>
            </a:r>
            <a:r>
              <a:rPr lang="en-US" dirty="0">
                <a:sym typeface="+mn-ea"/>
              </a:rPr>
              <a:t>: </a:t>
            </a:r>
            <a:r>
              <a:rPr lang="en-US" altLang="en-US" dirty="0">
                <a:sym typeface="+mn-ea"/>
              </a:rPr>
              <a:t>wm397@scarletmail.rutgers.edu</a:t>
            </a:r>
            <a:endParaRPr lang="en-US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77727" y="3033331"/>
            <a:ext cx="34094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mtClean="0"/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WPS Docs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 Light</vt:lpstr>
      <vt:lpstr>Helvetica Neue</vt:lpstr>
      <vt:lpstr>Calibri</vt:lpstr>
      <vt:lpstr>Microsoft YaHei</vt:lpstr>
      <vt:lpstr>方正雅意黑 GB18030L2</vt:lpstr>
      <vt:lpstr>Arial Unicode MS</vt:lpstr>
      <vt:lpstr>汉仪书宋二KW</vt:lpstr>
      <vt:lpstr>Office Theme</vt:lpstr>
      <vt:lpstr>CS439 Intro data science recitation 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CS439 Intro data science recitation I</dc:title>
  <dc:creator>Yinglong Miao</dc:creator>
  <cp:lastModifiedBy>Mo</cp:lastModifiedBy>
  <cp:revision>77</cp:revision>
  <dcterms:created xsi:type="dcterms:W3CDTF">2026-09-08T21:50:15Z</dcterms:created>
  <dcterms:modified xsi:type="dcterms:W3CDTF">2026-09-08T21:50:15Z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1635918A052247B2D513A06A4889F570_42</vt:lpwstr>
  </property>
  <property fmtid="{D5CDD505-2E9C-101B-9397-08002B2CF9AE}" pid="3" name="KSOProductBuildVer">
    <vt:lpwstr>1033-12.1.26046.26046</vt:lpwstr>
  </property>
</Properties>
</file>